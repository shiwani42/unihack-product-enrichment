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457200" y="868680"/>
            <a:ext cx="8229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003878"/>
                </a:solidFill>
                <a:latin typeface="Calibri"/>
              </a:rPr>
              <a:t>unilog enrichment engine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Evidence-first product intelligence for industrial commerce.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  <a:latin typeface="Calibri"/>
              </a:rPr>
              <a:t>Six columns in.  252 out.  Every value traceable to its source.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Team thExplorers  ·  Shiwani Mishra  ·  Saurabh Gupta  ·  UniHack 2026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3182112"/>
            <a:ext cx="2029968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6928" y="3255264"/>
            <a:ext cx="1810512" cy="10241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67647"/>
                </a:solidFill>
                <a:latin typeface="Calibri"/>
              </a:rPr>
              <a:t>100%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field match vs organizer
expected output (134 / 134)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06040" y="3182112"/>
            <a:ext cx="2029968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15768" y="3255264"/>
            <a:ext cx="1810512" cy="10241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67647"/>
                </a:solidFill>
                <a:latin typeface="Calibri"/>
              </a:rPr>
              <a:t>1,000 / 1,000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input rows classified
to a leaf template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54880" y="3182112"/>
            <a:ext cx="2029968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64608" y="3255264"/>
            <a:ext cx="1810512" cy="10241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67647"/>
                </a:solidFill>
                <a:latin typeface="Calibri"/>
              </a:rPr>
              <a:t>77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hermetic suite, ~2 s
offline by default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03720" y="3182112"/>
            <a:ext cx="2029968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13448" y="3255264"/>
            <a:ext cx="1810512" cy="10241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67647"/>
                </a:solidFill>
                <a:latin typeface="Calibri"/>
              </a:rPr>
              <a:t>$0.0004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compute per SKU
on the rules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/>
          <p:cNvSpPr txBox="1"/>
          <p:nvPr/>
        </p:nvSpPr>
        <p:spPr>
          <a:xfrm>
            <a:off x="502920" y="3273552"/>
            <a:ext cx="81381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03878"/>
                </a:solidFill>
                <a:latin typeface="Calibri"/>
              </a:rPr>
              <a:t>Team details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Team name:   thExplorers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Team leader:   Shiwani Mishra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Member:   Saurabh Gupta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84048" y="1517904"/>
            <a:ext cx="837590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Calibri"/>
              </a:rPr>
              <a:t>Distributors hand us six columns. We return a 252-column Unilog delivery record — every filled cell traced to a source URL.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Manufacturer-first sourcing (Amazon / eBay blocked) → identity → leaf classification → HTML / JSON-LD / PDF extraction → unit &amp; LOV normalisation → five governed descriptions → validation. Rules do the work. An LLM is last-mile only, off by default. Blank beats invented.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84048" y="2743200"/>
            <a:ext cx="2011680" cy="1078992"/>
          </a:xfrm>
          <a:prstGeom prst="roundRect">
            <a:avLst>
              <a:gd name="adj" fmla="val 8000"/>
            </a:avLst>
          </a:prstGeom>
          <a:solidFill>
            <a:srgbClr val="ECF8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5488" y="283464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67647"/>
                </a:solidFill>
                <a:latin typeface="Calibri"/>
              </a:rPr>
              <a:t>100%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Reference field match
PDSH4816AF · WDTS7024RZ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505456" y="2743200"/>
            <a:ext cx="2011680" cy="107899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596896" y="283464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67647"/>
                </a:solidFill>
                <a:latin typeface="Calibri"/>
              </a:rPr>
              <a:t>39.28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Avg fields filled
across 1,000 rows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626864" y="2743200"/>
            <a:ext cx="2011680" cy="107899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718303" y="283464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67647"/>
                </a:solidFill>
                <a:latin typeface="Calibri"/>
              </a:rPr>
              <a:t>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Manufacturer domains
cited in provenance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748271" y="2743200"/>
            <a:ext cx="2011680" cy="107899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39711" y="283464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67647"/>
                </a:solidFill>
                <a:latin typeface="Calibri"/>
              </a:rPr>
              <a:t>$0.0004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Rules-path cost
per SKU, zero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TextBox 118"/>
          <p:cNvSpPr txBox="1"/>
          <p:nvPr/>
        </p:nvSpPr>
        <p:spPr>
          <a:xfrm>
            <a:off x="384048" y="786384"/>
            <a:ext cx="8375904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Calibri"/>
              </a:rPr>
              <a:t>How it enriches, stays accurate, and scales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84048" y="1517904"/>
            <a:ext cx="2718816" cy="321868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2064" y="1627631"/>
            <a:ext cx="2462784" cy="2999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67647"/>
                </a:solidFill>
                <a:latin typeface="Calibri"/>
              </a:rPr>
              <a:t>01  Enrichment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Input analysis → de-dup merge → brand / MPN identity → leaf routing across 14 templates → manufacturer HTML, JSON-LD and PDF extraction → unit &amp; LOV normalisation → five descriptions → 252-column delivery.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2592" y="1517904"/>
            <a:ext cx="2718816" cy="321868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40608" y="1627631"/>
            <a:ext cx="2462784" cy="2999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67647"/>
                </a:solidFill>
                <a:latin typeface="Calibri"/>
              </a:rPr>
              <a:t>02  Accuracy &amp; trust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100% vs the organizer expected output (63/63 and 71/71). Per-cell source URLs. High confidence requires external manufacturer evidence. Validators: LOV, char limits, UOM style, attribute sanity. Integrity tests ban fabricated defaults.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041136" y="1517904"/>
            <a:ext cx="2718816" cy="321868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169151" y="1627631"/>
            <a:ext cx="2462784" cy="2999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67647"/>
                </a:solidFill>
                <a:latin typeface="Calibri"/>
              </a:rPr>
              <a:t>03 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Stateless row pipeline, parallel workers, cache-first fetch under a hard network budget. SSE for live ops, CLI for millions of rows. Add a category = one JSON template. 1,000 rows offline in ~60 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384048" y="1517904"/>
            <a:ext cx="2718816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4048" y="1517904"/>
            <a:ext cx="73152" cy="3218688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85216" y="1664207"/>
            <a:ext cx="2389632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11827"/>
                </a:solidFill>
                <a:latin typeface="Calibri"/>
              </a:rPr>
              <a:t>Different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Most enrichment tools fill fields. Ours makes every filled cell auditable: a provenance drawer opens the exact source URL, and confidence bands say what a buyer can trust without re-checking.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212592" y="1517904"/>
            <a:ext cx="2718816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212592" y="1517904"/>
            <a:ext cx="73152" cy="3218688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413760" y="1664207"/>
            <a:ext cx="2389632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11827"/>
                </a:solidFill>
                <a:latin typeface="Calibri"/>
              </a:rPr>
              <a:t>USP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Audit-proof enrichment — every value verifiable in one click. Accuracy is scored field-by-field against the organizer’s own expected output, not claimed.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041136" y="1517904"/>
            <a:ext cx="2718816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041136" y="1517904"/>
            <a:ext cx="73152" cy="3218688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42304" y="1664207"/>
            <a:ext cx="2389632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11827"/>
                </a:solidFill>
                <a:latin typeface="Calibri"/>
              </a:rPr>
              <a:t>Fit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Manual work drops from research-per-SKU to review-by-exception. Rows without manufacturer evidence are flagged, never guessed. That is the trust bar a 100% accuracy target requires.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384048" y="1517904"/>
            <a:ext cx="4078224" cy="321868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4681728" y="1517904"/>
            <a:ext cx="4078224" cy="321868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48640" y="1664207"/>
            <a:ext cx="3749039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6-column input → 252-column CSV / XLSX, headers untouched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Manufacturer-first sourcing; marketplace blocklist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14 leaf templates + generic industrial fallback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Attribute slots filled only when evidence exists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Per-value provenance JSON — source URL per cell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Five description types inside character limits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46320" y="1664207"/>
            <a:ext cx="3749039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Marketing copy &amp; features only from manufacturer pages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Honest Actual Image flag — Yes only with mfr imagery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Validators: LOV, limits, UOM, ecommerce block, sanity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Confidence bands: high / medium / review, evidence-gated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Live UI: enrich, catalog, evidence drawer, SSE batch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Reference harness + 77 hermetic tests on every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384048" y="1517904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ECF8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93776" y="1627631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7647"/>
                </a:solidFill>
                <a:latin typeface="Calibri"/>
              </a:rPr>
              <a:t>1  Ingest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6 columns, placeholders,
dedupe merge — never drop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505456" y="1517904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615184" y="1627631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2  Identity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Brand aliases, DIB / E1,
MPN prefix rules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26864" y="1517904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36592" y="1627631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3  Classify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Leaf routing across
14 category templates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748272" y="1517904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858000" y="1627631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4  Extract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HTML · JSON-LD · PDF
cache-first fetch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84048" y="2852928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93776" y="2962656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5  Normalise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Units, LOV, canonical
brand casing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505456" y="2852928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615184" y="2962656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6  Compose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5 governed descriptions
+ delivery asset names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26864" y="2852928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736592" y="2962656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7  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Rules, confidence bands,
integrity tests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748272" y="2852928"/>
            <a:ext cx="1975104" cy="1170432"/>
          </a:xfrm>
          <a:prstGeom prst="roundRect">
            <a:avLst>
              <a:gd name="adj" fmla="val 8000"/>
            </a:avLst>
          </a:prstGeom>
          <a:solidFill>
            <a:srgbClr val="ECF8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858000" y="2962656"/>
            <a:ext cx="1755648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7647"/>
                </a:solidFill>
                <a:latin typeface="Calibri"/>
              </a:rPr>
              <a:t>8  Deliver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CSV / XLSX +
per-cell provenance JSON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4048" y="4114799"/>
            <a:ext cx="837590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Fail-safe: every row is wrapped — a bad SKU never kills the batch.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384048" y="1517904"/>
            <a:ext cx="4078224" cy="147835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work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517904"/>
            <a:ext cx="4078224" cy="1478356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384048" y="3032836"/>
            <a:ext cx="407822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</a:rPr>
              <a:t>Enrich workbench — six columns in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81728" y="1517904"/>
            <a:ext cx="3382155" cy="310896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rec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1517904"/>
            <a:ext cx="3382155" cy="310896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4681728" y="4663440"/>
            <a:ext cx="3382155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</a:rPr>
              <a:t>Result — Frigidaire PDSH4816AF, 100% vs 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384048" y="1517904"/>
            <a:ext cx="8375904" cy="49377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30352" y="1609344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Interface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67128" y="1609344"/>
            <a:ext cx="63642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FastAPI · SSE live stream · static web UI · CLI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84048" y="2084831"/>
            <a:ext cx="8375904" cy="49377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30352" y="2176272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Orchestration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67128" y="2176272"/>
            <a:ext cx="63642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pipeline.enrich_input_row — fail-safe per row · dedup merge · workers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84048" y="2651760"/>
            <a:ext cx="8375904" cy="49377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0352" y="2743200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Intelligence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167128" y="2743200"/>
            <a:ext cx="63642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identity/ resolver · classify/ templates · extract/ HTML-PDF-JSON-LD · optional LLM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84048" y="3218687"/>
            <a:ext cx="8375904" cy="493776"/>
          </a:xfrm>
          <a:prstGeom prst="roundRect">
            <a:avLst>
              <a:gd name="adj" fmla="val 8000"/>
            </a:avLst>
          </a:prstGeom>
          <a:solidFill>
            <a:srgbClr val="ECF8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30352" y="3310127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Trust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67128" y="3310127"/>
            <a:ext cx="63642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validate/ LOV + limits + sanity · provenance map · confidence bands · reference harness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84048" y="3785615"/>
            <a:ext cx="8375904" cy="49377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30352" y="3877055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Delivery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167128" y="3877055"/>
            <a:ext cx="63642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CSV · XLSX · provenance JSON · batch reports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4048" y="4370831"/>
            <a:ext cx="837590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Uniform cache-first fetch: retry / backoff, atomic writes, TTL, UNILOG_FETCH_BUDGET. Playwright only on 403. UNILOG_LIVE_FETCH=0 kills the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384048" y="1517904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0352" y="1609344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Python 3.11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Pipeline core, typed modules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681728" y="1517904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828032" y="1609344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FastAPI + SSE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Upload, live stream, downloads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84048" y="2267712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30352" y="2359152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httpx + Playwright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Resilient fetch, 403 fallback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681728" y="2267712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828032" y="2359152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BeautifulSoup + extruct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HTML tables, JSON-LD, microdata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4048" y="3017520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30352" y="3108960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pdfplumber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Manufacturer PDF datasheets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81728" y="3017520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828032" y="3108960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openpyxl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Delivery-format XLSX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" y="3767328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30352" y="3858768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pytest × 77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Hermetic suite, offline default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681728" y="3767328"/>
            <a:ext cx="4078224" cy="65836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828032" y="3858768"/>
            <a:ext cx="3785615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Consolas"/>
              </a:rPr>
              <a:t>Remotion + FFmpeg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Reproducible 3-minute demo film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384048" y="1517904"/>
            <a:ext cx="8375904" cy="475488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30352" y="1627631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Approach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041648" y="1627631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onsolas"/>
              </a:rPr>
              <a:t>Cost / SKU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779008" y="1627631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Notes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84048" y="2066543"/>
            <a:ext cx="837590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30352" y="217627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Manual enrichment (offshore)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041648" y="217627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7647"/>
                </a:solidFill>
                <a:latin typeface="Consolas"/>
              </a:rPr>
              <a:t>$5.00 – $15.00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779008" y="217627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Industry rate for research + entry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384048" y="2615184"/>
            <a:ext cx="837590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30352" y="272491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unilog — rules path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041648" y="272491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7647"/>
                </a:solidFill>
                <a:latin typeface="Consolas"/>
              </a:rPr>
              <a:t>$0.0004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779008" y="272491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CPU only · 1,000 rows ≈ 60 s · zero API calls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84048" y="3163824"/>
            <a:ext cx="837590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30352" y="327355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unilog — LLM last-mile (worst)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041648" y="327355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7647"/>
                </a:solidFill>
                <a:latin typeface="Consolas"/>
              </a:rPr>
              <a:t>$0.0204 max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779008" y="327355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Hard-capped calls / run · off by default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84048" y="3767327"/>
            <a:ext cx="83759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A 1M-SKU catalog: ~$400 compute on the rules path vs $5–15M manually — four orders of magnitude, with provenance a human can audit.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84048" y="1517904"/>
            <a:ext cx="4078224" cy="1956889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cat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517904"/>
            <a:ext cx="4078224" cy="1956889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384048" y="3511369"/>
            <a:ext cx="407822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</a:rPr>
              <a:t>Catalog — 1,000 enriched rows, ready for PIM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81728" y="1517904"/>
            <a:ext cx="2970784" cy="310896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1517904"/>
            <a:ext cx="2970784" cy="3108960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4681728" y="4663440"/>
            <a:ext cx="297078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</a:rPr>
              <a:t>Evidence drawer — blank beats invented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Rounded Rectangle 173"/>
          <p:cNvSpPr/>
          <p:nvPr/>
        </p:nvSpPr>
        <p:spPr>
          <a:xfrm>
            <a:off x="384048" y="1517904"/>
            <a:ext cx="4078224" cy="149961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30352" y="1645919"/>
            <a:ext cx="378561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Organizer reference packs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Drop-in importer already ships. Real LOV (~161k), UOM standards, 27k brand list and the 200-row ground-truth scorer activate automatically.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681728" y="1517904"/>
            <a:ext cx="4078224" cy="149961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828032" y="1645919"/>
            <a:ext cx="378561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Taxonomy at 14k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Embedding matcher over the full leaf index, sitting beside the current rule router.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84048" y="3163824"/>
            <a:ext cx="4078224" cy="149961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30352" y="3291840"/>
            <a:ext cx="378561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Human review queue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Review-band rows land in a triage UI; approvers publish into a CX1-style PIM.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681728" y="3163824"/>
            <a:ext cx="4078224" cy="149961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828032" y="3291840"/>
            <a:ext cx="378561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HyperScale agent fit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Packaged as a merchandising-agent accelerator: same provenance contract, streaming connector for distributor ERPs.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Rounded Rectangle 179"/>
          <p:cNvSpPr/>
          <p:nvPr/>
        </p:nvSpPr>
        <p:spPr>
          <a:xfrm>
            <a:off x="384048" y="1517904"/>
            <a:ext cx="8375904" cy="84124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40080" y="1645919"/>
            <a:ext cx="786384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GitHub public repository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67647"/>
                </a:solidFill>
                <a:latin typeface="Consolas"/>
              </a:rPr>
              <a:t>https://github.com/shiwani42/unihack-product-enrichment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384048" y="2505456"/>
            <a:ext cx="8375904" cy="84124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40080" y="2633472"/>
            <a:ext cx="786384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Demo video — 3 minutes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67647"/>
                </a:solidFill>
                <a:latin typeface="Consolas"/>
              </a:rPr>
              <a:t>https://vimeo.com/1220615209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84048" y="3493008"/>
            <a:ext cx="8375904" cy="84124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40080" y="3621024"/>
            <a:ext cx="786384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Working prototype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67647"/>
                </a:solidFill>
                <a:latin typeface="Consolas"/>
              </a:rPr>
              <a:t>https://unilog-tau.vercel.app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TextBox 184"/>
          <p:cNvSpPr txBox="1"/>
          <p:nvPr/>
        </p:nvSpPr>
        <p:spPr>
          <a:xfrm>
            <a:off x="457200" y="4434840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thExplorers  ·  Shiwani Mishra  ·  Saurabh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