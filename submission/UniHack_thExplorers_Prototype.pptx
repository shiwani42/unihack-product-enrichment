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TextBox 99"/>
          <p:cNvSpPr txBox="1"/>
          <p:nvPr/>
        </p:nvSpPr>
        <p:spPr>
          <a:xfrm>
            <a:off x="640080" y="1417320"/>
            <a:ext cx="7863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0D0D0F"/>
                </a:solidFill>
                <a:latin typeface="Segoe UI"/>
              </a:rPr>
              <a:t>unilog enrichment engine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5555C"/>
                </a:solidFill>
                <a:latin typeface="Segoe UI"/>
              </a:rPr>
              <a:t>Evidence-first product intelligence for industrial commerce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67647"/>
                </a:solidFill>
                <a:latin typeface="Segoe UI"/>
              </a:rPr>
              <a:t>Six columns in. 252 out. Every value traceable to its source.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3977639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C"/>
                </a:solidFill>
                <a:latin typeface="Segoe UI"/>
              </a:rPr>
              <a:t>Team thExplorers · Shiwani Mishra · Saurabh Gupta · UniHack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65760" y="237744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Team name:  thExplorers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Team leader name:  Shiwani Mishra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Member:  Saurabh Gupta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411480" y="1600200"/>
            <a:ext cx="8321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D0D0F"/>
                </a:solidFill>
                <a:latin typeface="Segoe UI"/>
              </a:rPr>
              <a:t>Distributors hand us six columns: a part number, a cryptic description and brand placeholders. We hand back a commerce-ready record in Unilog's 252-column delivery format.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D0D0F"/>
                </a:solidFill>
                <a:latin typeface="Segoe UI"/>
              </a:rPr>
              <a:t>How: manufacturer-first sourcing (≥ Amazon/eBay blocked) → identity resolution (brand aliases, MPN prefix rules) → leaf-level classification → category attribute slots → HTML/PDF evidence extraction → normalisation → five description types → validation.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D0D0F"/>
                </a:solidFill>
                <a:latin typeface="Segoe UI"/>
              </a:rPr>
              <a:t>Deterministic rules do the heavy lifting; an LLM only handles the last mile for cryptic rows — and blank beats invented. Every populated value carries a source URL and a confidence band.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100%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field match vs organizer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expected output (134/134)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542032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1000/1000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input rows classified,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zero unroutable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672584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77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hermetic tests,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~2s suite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803136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$0.0004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compute cost per SKU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(rules path)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SzPts val="990"/>
              <a:buNone/>
            </a:pPr>
            <a:r>
              <a:rPr sz="1200" b="1">
                <a:solidFill>
                  <a:srgbClr val="0D0D0F"/>
                </a:solidFill>
                <a:latin typeface="Segoe UI"/>
              </a:rPr>
              <a:t>1. How does your solution enrich minimal product information?</a:t>
            </a:r>
            <a:endParaRPr sz="1200"/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Input analysis → de-duplication → identity (brand aliases, MPN-prefix rules) → leaf-level routing into 13 category templates → manufacturer-site extraction (HTML specs, JSON-LD, PDF datasheets) → unit/LOV normalisation → five governed descriptions → validated 252-column delivery row.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2. How does your solution ensure accuracy and trust?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Golden regression vs the organizer's expected output: 100% on both reference SKUs (134/134 fields). Per-value provenance JSON (source URL per cell). Honest confidence bands — “high” requires externally verified manufacturer evidence; self-cited values are capped at medium/review. Validators enforce LOV membership, character limits, UOM style and attribute sanity. Integrity tests ban fabricated defaults: blank beats invented.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3. What makes your solution scalable for enterprise catalogs?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Stateless row pipeline → parallel workers with dedup merge, not drop. Cache-first fetching under a hard per-run network budget; atomic cache writes; retry/backoff. Streaming SSE API for live ops plus CLI batch for millions of rows. Adding a category = one JSON template, no code. 1,000-row sample runs offline-deterministic in ~60s.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365760" y="1691640"/>
            <a:ext cx="8412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Different from existing ideas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Enrichment tools stop at filling fields. Ours makes every filled cell auditable: a provenance drawer exposes the exact source URL behind each attribute, and confidence bands say which values a buyer can trust without re-checking.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USP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Audit-proof enrichment: “every value verifiable in one click.” Accuracy is measured, not claimed — scored field-by-field against the organizer's own expected output.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Fit to the problem statement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Manual involvement drops from research-per-SKU to review-by-exception: rows that lack manufacturer evidence are flagged for human review instead of being silently guessed. That is exactly the trust bar a 100%-accuracy target demands.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65760" y="1645920"/>
            <a:ext cx="4160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6-column input → 252-column delivery CSV/XLSX, headers untouched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Manufacturer-first sourcing; marketplace blocklist (Amazon/eBay…)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Leaf-level classification: 13 templates + generic industrial fallback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Category attribute slots filled only when evidence exists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Per-value provenance: source URL for every populated cell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Five description types within char limits (invoice/mobile/short/long/retail)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63440" y="1645920"/>
            <a:ext cx="4160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Marketing copy &amp; item features only from manufacturer pages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Digital assets named per delivery convention; honest Actual Image flag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Validation suite: LOV, char limits, UOM style, ecommerce block, sanity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Confidence bands: high/medium/review, evidence-gated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Live ops: SSE stream UI, catalog grid, SKU drawer, storefront preview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Golden regression harness + 77 hermetic tests guard every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384048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67647"/>
                </a:solidFill>
                <a:latin typeface="Segoe UI"/>
              </a:rPr>
              <a:t>1. Input analysis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6 cols, placeholders,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dupes detected</a:t>
            </a:r>
          </a:p>
        </p:txBody>
      </p:sp>
      <p:sp>
        <p:nvSpPr>
          <p:cNvPr id="139" name="Right Arrow 138"/>
          <p:cNvSpPr/>
          <p:nvPr/>
        </p:nvSpPr>
        <p:spPr>
          <a:xfrm>
            <a:off x="2249424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2523744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2. Identity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brand aliases,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MPN prefix rules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4389120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4663440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3. Classification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leaf-level routing,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13 templates</a:t>
            </a:r>
          </a:p>
        </p:txBody>
      </p:sp>
      <p:sp>
        <p:nvSpPr>
          <p:cNvPr id="143" name="Right Arrow 142"/>
          <p:cNvSpPr/>
          <p:nvPr/>
        </p:nvSpPr>
        <p:spPr>
          <a:xfrm>
            <a:off x="6528816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6803136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4. Extraction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HTML · JSON-LD ·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PDF · cache-first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84048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5. Normalisation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units · LOV ·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canonical brands</a:t>
            </a:r>
          </a:p>
        </p:txBody>
      </p:sp>
      <p:sp>
        <p:nvSpPr>
          <p:cNvPr id="146" name="Right Arrow 145"/>
          <p:cNvSpPr/>
          <p:nvPr/>
        </p:nvSpPr>
        <p:spPr>
          <a:xfrm>
            <a:off x="2249424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2523744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6. Descriptions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5 governed types,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char limits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4389120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63440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7. Validation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rules · confidence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bands · issues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6528816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803136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67647"/>
                </a:solidFill>
                <a:latin typeface="Segoe UI"/>
              </a:rPr>
              <a:t>8. Delivery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CSV/XLSX +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provenance JSON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84048" y="4507992"/>
            <a:ext cx="8412480" cy="1270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84048" y="4562855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Fail-safe: every row wrapped in try/except — a bad row never kills the batch.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02336" y="1591056"/>
            <a:ext cx="3995927" cy="2255710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600200"/>
            <a:ext cx="3977639" cy="2237422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411480" y="3865054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Enrich workbench — default view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700016" y="1591056"/>
            <a:ext cx="3995927" cy="2255710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enrich_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600200"/>
            <a:ext cx="3977639" cy="2237422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4709160" y="3865054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Result panel — spec-sheet record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640080" y="1645920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D0D0F"/>
                </a:solidFill>
                <a:latin typeface="Segoe UI"/>
              </a:rPr>
              <a:t>Interface   —   FastAPI · SSE stream · static web UI · CLI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0080" y="2359152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Orchestration   —   pipeline.enrich_input_row — fail-safe per row · dedup merge · parallel workers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40080" y="3072384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Intelligence   —   identity/ brand resolver · classify/ router + templates · extract/ HTML-PDF-JSON-LD · optional LLM last-mile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40080" y="3785616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Trust   —   validate/ LOV + limits + sanity · provenance map · confidence bands · golden harness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40080" y="4498848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Delivery   —   CSV · XLSX · provenance JSON · batch reports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40080" y="52303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Uniform cache-first fetch policy: retry/backoff, atomic writes, raw-cache TTL, per-run budget (UNILOG_FETCH_BUDGET). Optional Playwright fallback on 403.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457200" y="1691640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Python 3.11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pipeline core, fully typed modules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709160" y="1691640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FastAPI + SSE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upload, live stream, downloads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2441448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httpx + Playwright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resilient fetching, 403 fallback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09160" y="2441448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BeautifulSoup + extruct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HTML tables, JSON-LD, microdata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3191256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pdfplumber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manufacturer PDF datasheets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09160" y="3191256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openpyxl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delivery-format XLSX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3941064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pytest × 77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hermetic suite, offline by default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709160" y="3941064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Remotion + FFmpeg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reproducible demo film build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Optional LLM fallback (gpt-4o-mini, hard-capped calls) only for cryptic rows with unknown brand — off by default.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Rounded Rectangle 161"/>
          <p:cNvSpPr/>
          <p:nvPr/>
        </p:nvSpPr>
        <p:spPr>
          <a:xfrm>
            <a:off x="640080" y="1828800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E8E8ED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63" name="TextBox 162"/>
          <p:cNvSpPr txBox="1"/>
          <p:nvPr/>
        </p:nvSpPr>
        <p:spPr>
          <a:xfrm>
            <a:off x="86868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Approach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97680" y="19385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Consolas"/>
              </a:rPr>
              <a:t>Cost per SKU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943600" y="19385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Notes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487168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67" name="TextBox 166"/>
          <p:cNvSpPr txBox="1"/>
          <p:nvPr/>
        </p:nvSpPr>
        <p:spPr>
          <a:xfrm>
            <a:off x="868680" y="25968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Manual enrichment (offshore)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297680" y="25968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$5.00–$15.00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43600" y="25968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industry rate for research + entry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80" y="3145535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71" name="TextBox 170"/>
          <p:cNvSpPr txBox="1"/>
          <p:nvPr/>
        </p:nvSpPr>
        <p:spPr>
          <a:xfrm>
            <a:off x="868680" y="3255263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unilog — rules path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97680" y="3255263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$0.0004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43600" y="3255263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CPU only; 1,000 rows ≈ 60s, zero API calls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40080" y="3803903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75" name="TextBox 174"/>
          <p:cNvSpPr txBox="1"/>
          <p:nvPr/>
        </p:nvSpPr>
        <p:spPr>
          <a:xfrm>
            <a:off x="868680" y="3913631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unilog — LLM last-mile (worst case)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297680" y="391363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$0.0204 max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43600" y="3913631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hard-capped calls/run; off by default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40080" y="4553711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A 1M-SKU catalog: ~$400 compute on the rules path vs $5M–15M manually — four orders of magnitude, with provenance humans can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30936" y="1472184"/>
            <a:ext cx="3675888" cy="20756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proof_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81328"/>
            <a:ext cx="3657600" cy="205740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Golden accuracy — verified on home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837176" y="1472184"/>
            <a:ext cx="3675888" cy="20756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catalog_t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481328"/>
            <a:ext cx="3657600" cy="205740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484632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Catalog — enriched results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19656" y="3877056"/>
            <a:ext cx="2050288" cy="11612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drawer_evid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0" y="3886200"/>
            <a:ext cx="2032000" cy="1143000"/>
          </a:xfrm>
          <a:prstGeom prst="rect">
            <a:avLst/>
          </a:prstGeom>
        </p:spPr>
      </p:pic>
      <p:sp>
        <p:nvSpPr>
          <p:cNvPr id="177" name="Rectangle 176"/>
          <p:cNvSpPr/>
          <p:nvPr/>
        </p:nvSpPr>
        <p:spPr>
          <a:xfrm>
            <a:off x="4928616" y="3877056"/>
            <a:ext cx="2050288" cy="11612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6" name="Picture 175" descr="catalog_t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886200"/>
            <a:ext cx="2032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457200" y="1645920"/>
            <a:ext cx="8229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Organizer reference packs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drop-in importer already ships: real LOV (~161k rows), UOM standards, 27k brand list, 200-row ground-truth scorer activate automatically.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Taxonomy at 14k scale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embedding-based matcher over the full leaf index alongside current rule router.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Human review queue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review-band rows land in a triage UI; approvers publish to CX1-style PIM.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HyperScale agent fit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packaged as a Merchandising-Agent accelerator: same provenance contract, streaming connector for distributor ERPs.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TextBox 178"/>
          <p:cNvSpPr txBox="1"/>
          <p:nvPr/>
        </p:nvSpPr>
        <p:spPr>
          <a:xfrm>
            <a:off x="640080" y="192024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GitHub Public Repository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https://github.com/shiwani42/unihack-product-enrichment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40080" y="28803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Demo Video Link (3 Minutes)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https://vimeo.com/1220615209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0080" y="3840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Working Prototype Link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https://unilog-tau.vercel.app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TextBox 184"/>
          <p:cNvSpPr txBox="1"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D0D0F"/>
                </a:solidFill>
                <a:latin typeface="Segoe UI"/>
              </a:rPr>
              <a:t>Thank you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C"/>
                </a:solidFill>
                <a:latin typeface="Segoe UI"/>
              </a:rPr>
              <a:t>thExplorers · UniHack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